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量子+AI双向赋能：量子RL驱动的智能调度系统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中国电信集团有限公司 2026年度"揭榜挂帅"擂台赛</a:t>
            </a:r>
            <a:br/>
            <a:r>
              <a:t>选题编号：XA-202609</a:t>
            </a:r>
            <a:br/>
            <a:r>
              <a:t>AI让量子算力被用好 · 量子让AI更懂真实世界 —— 双向感知闭环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核心矛盾：量子算力稀缺且昂贵 × 调度粗糙（FCFS）造成浪费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问题：量子资源稀缺且昂贵，当前量子云平台普遍采用FCFS调度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导致量子通道拥堵与经典通道空转并存、高负载时低优先级任务饥饿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影响：高优先级量子任务常因排队错过最佳执行窗口（如金融盘前风控）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切入：将强化学习（RL）引入量子云任务调度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实现量子/经典/混合任务智能分流与动态优化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赛题'双向赋能'闭环：AI调度量子资源 + 量子真机数据反哺AI环境校准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双向感知闭环：AI赋能调度 + 量子真机数据反哺AI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核心思路：AI智能调度量子资源（强证据），量子真机数据驱动AI环境校准（方法论）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第一层：调度层 — PPO智能调度实时最优分流，+20.2% vs 真实FCFS（N=250, p=7.56e-12）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第二层：编译层 — PPO替代SABRE比特映射，深电路SWAP减少+38.5%(N=80, Wilcoxon p=2.75e-02，事后子集方向性提示)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第三层：量子赋能AI — 真机噪声模型提取→仿真环境校准→PPO噪声敏感性评估（N=25配对p=2.98e-08，负向敏感性证据）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双向闭环：AI优化量子调度→量子真机测量数据反哺AI评估环境校准→对真实噪声有感知、可校准的调度决策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关键数字：PPO +20.2%（vs 真实FCFS）、等待时间-14.0%双优、推理延迟~1ms、315次真机调用100%成功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RL调度引擎：16维状态空间 + 毫秒级决策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状态空间（16维）：量子比特可用率、队列长度、平均等待时间、保真度、串扰风险、到达率时序等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动作空间（4类）：经典执行、量子执行、混合执行、量子误差缓解(QEM，动作位预留)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奖励函数设计：多目标奖励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兼容性约束（错配惩罚 -2.0）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执行收益（量子最高 10×speedup）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等待惩罚（超阈值累加）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利用率惩罚（量子闲置 -1.0）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决策延迟：单次前向推理 ~1ms（0.88-1.02ms实测，100-10000任务规模），满足实时调度需求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PPO策略综合奖励领先：比真实FCFS提升+20.2%（N=250）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8策略公平对比（N=250，50 seed × 5 episode，16维交付模型）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平均奖励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vs FCFS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1982.69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+20.2%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第一名, p=7.56e-12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1648.91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真实 FCFS（量子路由）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SJF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774.86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-53.0%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短任务优先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DQN(Random占位)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602.37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DQN已删除，Random替代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Greedy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80.71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-95.1%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量子优先，均衡场景崩溃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Quantum-Only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-826.59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-150.1%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单一资源基线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多目标权衡（诚实披露）：PPO 综合奖励 +20.2%（vs 真实 FCFS），量子利用率 -3.3%（N=250 配对检验 p=0.090 不显著、95% CI 含 0，属外生指标噪声而非策略缺陷；未达团队基线 R-P-01 的 30% 目标，不作卖点；该目标非比赛方案明文要求）；统计协议：Welch t + Mann-Whitney U 双验证，28组Bonferroni校正（α=0.0018），95% CI [+14.3%, +26.7%]，功效分析达标，原始JSON可复现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高负载公平调度：PPO在极端拥塞下的表现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场景：任务到达率 &gt; 吞吐量（λ=1.2），极端拥塞场景；N=5 seeds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总奖励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饥饿数(5seeds)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Jain资源公平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2874.25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1998.00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SJF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1035.10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0.926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核心发现：PPO在高负载下总奖励最高（2874.25 vs FCFS 1998.00，+43.9%），饥饿控制与FCFS相当（69 vs 74）；SJF公平性最优但总奖励最低。2026-08-08 以真实FCFS基线（按队首任务类型调度）重测，旧'0.60 vs 22.00'基于弱基线已废弃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AI赋能编译层：PPO替代SABRE比特映射（公平对比v2）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问题：传统量子电路编译使用启发式算法（SABRE）进行比特映射，效率较低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方案：使用PPO强化学习替代传统启发式算法，直接学习最优比特映射策略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核心数据：公平对比v2（4×4 2D网格拓扑，同池配对60电路，Issue #451）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深电路(14-16q) SWAP减少+38.5%（N=80, Wilcoxon p=2.75e-02显著；全60电路p=8.40e-01不显著，诚实披露）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原76.4%为不公平对比已废弃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整体p=8.40e-01不显著，端到端编译对比（布局+路由）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模型信息：ppo_compilation_agent.zip，200k steps，4×4 2D网格全电路分布训练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叙事：AI从调度到编译的全栈赋能量子计算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量子赋能AI：真机数据驱动的噪声敏感性评估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核心逻辑：用量子硬件的真实测量数据校准AI评估环境（方法论贡献）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闭环流程：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真机H门测量（保真度0.976）→ 噪声分布建模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→ 注入仿真环境 → 配对检验评估噪声对AI决策评估的影响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权威证据（N=25配对检验）：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噪声致奖励下降12.43%（p=2.98e-08，d_z=7.71，CI[-19.49%,-4.69%]，事后功效1.0）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方向为负——实证'量子硬件测量结果影响AI决策评估'这一机制成立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探索性方向（noise_feedback_v2，N=50）：训练注入奖励+1.5%（p=0.584不显著，方向性证据）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科学定位：这是'敏感性/机制'证据，不是'量子提升AI性能'——我们如实呈现负向结果，因为实验是真的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探索方向与诚实边界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QUBO退火（探索性，默认关闭）：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将PPO决策头构造为QUBO矩阵，D-Wave neal模拟退火求解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结果：奖励变化-5.6%，p=0.9430（20seeds不显著），训练开销+74.5%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已标记@deprecated，不作为性能claim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量子赋能AI主方向：真机噪声敏感性评估（N=25配对，p=2.98e-08，负向敏感性证据）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其他诚实边界（主动披露）：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量子利用率-3.3%（N=250配对检验p=0.090不显著，CI含0，外生指标噪声非策略缺陷；未达团队基线R-P-01的30%目标，不作卖点）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性能结论以仿真N=250支撑，真机为可用性验证+小样本探索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我们的立场：负结果如实报告，因为实验是真的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推理延迟验证：PPO决策延迟稳定在~1ms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不同任务规模下的推理延迟对比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任务规模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PPO延迟(ms)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FCFS延迟(ms)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SJF延迟(ms)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0.431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0.381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1.018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0.419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0.387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核心发现：PPO单步决策延迟稳定在~1ms，远低于100ms实时调度要求；O(1)复杂度，不随任务规模增长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真机可用性验证：315次SDK调用100%成功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天衍平台超导量子计算机（目标：天衍-287，105数据比特；历史小样本数据来自 tianyan176 回退）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平均奖励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1736.32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N=10 小样本（历史，tianyan176；d=5.33 探索性）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SJF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575.33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N=10 小样本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383.00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N=10 小样本基线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诚实声明：真机验证主要证明SDK可用性（315次100%成功），性能数字以仿真N=250结果为准；上表为小样本探索性数据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多场景压力测试：PPO跨场景适应性最强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4种压力场景：均衡负载、高负载、量子资源波动、混合潮汐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PPO综合稳定性最强：4场景中2次第一、2次第二，平均排名1.8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量子资源波动场景优势明显（方向性观察；历史探索数据基于诚实化前基线，权威 stress 数据待重跑核定）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Greedy两极分化：高负载场景第一，但量子波动场景暴跌至倒数第一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场景-算法适配决策树：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量子资源波动 → PPO（最优）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均衡负载 → PPO（最优）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高负载 → Greedy（略优）或PPO（稳定次优）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混合潮汐 → SJF（最稳定）或PPO（稳定次优）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Web监控面板：实时调度可视化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技术栈：FastAPI后端 + Vue3前端 + Echarts图表，单页应用无刷新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核心功能：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实时任务队列看板（任务ID、类型、优先级、等待时间）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RL Agent决策过程可视化（当前状态→策略输出→选中动作）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资源利用率仪表盘（量子/经典实时跳动）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高负载拥塞分流可视化（λ=1.2场景）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多机器状态监控（3台真机在线状态、负载、最近提交）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演示亮点：任务到达后~1ms内完成决策，面板实时刷新无延迟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三大创新点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创新1：AI赋能量子计算调度（核心claim）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PPO强化学习实现毫秒级动态决策，+20.2% vs FCFS（p=7.56e-12）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三层架构：调度层+编译层+高负载公平调度（真实FCFS基线重测）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创新2：量子赋能AI（主方向：真机噪声反馈）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真机噪声→模型校准→PPO噪声敏感性评估（负向证据，噪声致奖励下降12.43%），形成量子→AI感知闭环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奖励 +1.5%（p=0.584 不显著）、派单率 p=0.020 显著但效应量极小——诚实定位为方向性证据，不宣称统计成立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创新3：天衍云平台全链路对接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- 315次真机调用100%成功，三态熔断器+三级降级策略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工程化与可信度：可复现、可验证、有门禁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工程稳定性：三级降级策略、三态熔断器、Prometheus 7项监控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可复现性：requirements.lock 锁定已验证组合（sb3 2.9.0/torch 2.8.0），全新环境一键安装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测试保障：主套件3725用例（全量3746含benchmark）0失败，ruff/mypy/bandit全绿，CI 9项全绿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数字门禁：统计口径一致性检查（含PDF/PPTX二进制扫描）+ 权威数字校验，防止数字漂移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统计协议（严谨性主张）：N=250独立运行、Welch t + MWU双验证、28组Bonferroni校正、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95% CI + 效应量 + 功效分析、预注册方案、负结果全披露——每个数字可复现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落地场景：量子金融风险计算的调度痛点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场景：券商风险计量部门——盘前风控窗口内运行量子风险计算（蒙特卡洛/组合优化）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痛点：量子算力稀缺、任务异构（量子/经典/混合）、风控时效敏感、机时成本高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系统对症：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PPO 1ms决策 → 任务实时分流到量子/经典/混合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优先级加权 → 盘前高价值任务优先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等待惩罚 → 风控窗口内完成任务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公平调度 → 多租户资源均衡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仿真支撑：综合收益+20.2%、等待时间-14.0%（N=250）；真机链路315次100%成功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诚实边界：场景价值为估算（详见 industry_case_finance_v1.md），需真实部署验证；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我们的价值主张=调度效率（已验证）+ 真机接入能力（已验证），不夸大机时节省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团队规模：8人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算法组（3人）：RL环境设计、PPO/DQN训练、噪声校准模块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工程组（3人）：天衍云API对接、Mock环境、Web监控面板、CI/CD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产品组（2人）：实验报告、PPT制作、演示视频、文档整理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[待填充]：成员姓名、学校/单位、个人照片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[待填充]：指导老师姓名、单位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致谢 &amp; 预设问答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致谢：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感谢中国电信集团有限公司提供揭榜挂帅擂台赛平台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感谢天衍云平台的真机支持（天衍-287超导量子计算机）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感谢指导老师的悉心指导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预设Q&amp;A：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Q: 量子→AI是负向结果，双向赋能还成立吗？ A: 双向=双向感知协同，非双向都提升。AI→量子交出+20.2%统计显著成果；量子→AI交出真机数据驱动的方法论——实证'量子硬件测量影响AI评估'机制成立（N=25, p=2.98e-08）。发现'噪声是挑战'本身就是研究探索成果；敢如实报告负结果，正结果才更可信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Q: 利用率-3.3%怎么解释？ A: 三点：①该差值经N=250配对检验p=0.090不显著（95% CI含0）——不是策略劣势的统计证据；②该指标是环境外生随机游走（available_ratio不受调度动作控制），我们做了权重扫描（W=0.5→10）证明无法通过调参改变；③优化目标是综合调度收益（多目标权衡），等待时间-14.0%双优。如实披露正是因为实验是真的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Q: 为什么性能验证靠仿真？ A: 真机验证两级：可用性（315次100%成功）已达成；性能级受免费机时限制为N=10小样本探索。权威性能结论由N=250仿真+真实FCFS基线支撑，完全可复现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- Q: 有没有真实金融客户？ A: 诚实回答：没有。做的是仿真验证+真机可用性验证，真实部署是下一步。赛题要求'研究与应用探索'，我们的协议和真机链路已为落地打好基础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
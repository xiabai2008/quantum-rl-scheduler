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稳健性方向性：噪声数据训练模型跨seed std降低7.4%（Wilcoxon p=0.0876）→ AI策略略更稳定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
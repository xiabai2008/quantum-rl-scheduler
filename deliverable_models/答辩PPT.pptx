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量子算力要走出实验室，先要解决'怎么被用好'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量子赋能AI：真机数据驱动的噪声敏感性评估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真机H门测量（保真度0.976）→ 噪声分布建模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注入仿真环境 → 配对检验评估噪声对AI决策评估的影响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权威证据（N=25配对检验）：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噪声致奖励下降12.43%（p=2.98e-08，d_z=7.71，CI[-19.49%,-4.69%]，事后功效1.0）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方向为负——实证'量子硬件测量结果影响AI决策评估'这一机制成立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探索性方向（noise_feedback_v2，N=50）：训练注入奖励+1.5%（p=0.584不显著，方向性证据）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科学定位：这是'敏感性/机制'证据，不是'量子提升AI性能'——我们如实呈现负向结果，因为实验是真的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小样本（历史，tianyan176；d=5.33 探索性）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N=10 小样本基线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诚实声明：真机验证主要证明SDK可用性（315次100%成功），性能数字以仿真N=250结果为准；上表为小样本探索性数据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测试保障：主套件3723用例（全量3744含benchmark）0失败，ruff/mypy/bandit全绿，CI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优化目标是综合调度收益（多目标权衡），单指标优化会牺牲其他维度；等待时间-14.0%双优；如实披露正是因为实验是真的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真机验证两级：可用性（315次100%成功）已达成；性能级受免费机时限制为N=10小样本探索。权威性能结论由N=250仿真+真实FCFS基线支撑，完全可复现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
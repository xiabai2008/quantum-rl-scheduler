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量子+AI双向赋能：量子RL驱动的智能调度系统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AI让量子算力被用好 · 量子让AI更懂真实世界 —— 双向感知闭环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核心矛盾：量子算力稀缺且昂贵 × 调度粗糙（FCFS）造成浪费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导致量子通道拥堵与经典通道空转并存、高负载时低优先级任务饥饿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影响：高优先级量子任务常因排队错过最佳执行窗口（如金融盘前风控）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实现量子/经典/混合任务智能分流与动态优化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赛题'双向赋能'闭环：AI调度量子资源 + 量子真机数据反哺AI环境校准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双向感知闭环：AI赋能调度 + 量子真机数据反哺AI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核心思路：AI智能调度量子资源（强证据），量子真机数据驱动AI环境校准（方法论）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真实FCFS（N=250,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PPO替代SABRE比特映射，深电路SWAP减少+52.1%(N=200, Wilcoxon p=2.30e-10，深电路子集强证据)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真机噪声模型提取→仿真环境校准→PPO噪声敏感性评估（N=25配对p=2.98e-08，负向敏感性证据）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双向闭环：AI优化量子调度→量子真机测量数据反哺AI评估环境校准→对真实噪声有感知、可校准的调度决策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+20.2%（vs 真实FCFS）、等待时间-14.0%双优、推理延迟~1ms、315次真机调用100%成功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状态空间（16维）：量子比特可用率、队列长度、平均等待时间、保真度、串扰风险、到达率时序等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动作空间（4类）：经典执行、量子执行、混合执行、量子误差缓解(QEM，动作位预留)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~1ms（0.88-1.02ms实测，100-10000任务规模），满足实时调度需求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748.48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-54.6%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697.40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62.72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-96.2%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-3.3%（N=250 配对检验 p=0.090 不显著、95% CI 含 0，属外生指标噪声而非策略缺陷；未达团队基线 R-P-01 的 30% 目标，不作卖点；该目标非比赛方案明文要求）；统计协议：Welch t + Mann-Whitney U 双验证，28组Bonferroni校正（α=0.0018），95% CI [+14.3%, +26.7%]，功效分析达标，原始JSON可复现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高负载公平调度：PPO在极端拥塞下的表现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吞吐量（λ=1.2），极端拥塞场景；N=5 seeds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饥饿数(5seeds)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Jain资源公平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2874.25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0.838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1998.00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0.795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1035.10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90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核心发现：PPO在高负载下总奖励最高（2874.25 vs FCFS 1998.00，+43.9%），饥饿控制与FCFS相当（69 vs 74）；SJF公平性最优但总奖励最低。2026-08-08 以真实FCFS基线（按队首任务类型调度）重测，旧'0.60 vs 22.00'基于弱基线已废弃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SWAP减少+52.1%（N=200, Wilcoxon p=2.30e-10高度显著；全60电路p=8.40e-01不显著，诚实披露）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原-76.4%为不公平对比已废弃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量子赋能AI：量子硬件数据赋能评估可信度与稳健性建模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核心逻辑：用量子硬件的真实测量数据校准AI评估环境（方法论贡献，非性能提升）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三角证据链：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① 机制成立：AI评估对量子噪声显著敏感（N=25配对 p=2.98e-08，-12.43%负向敏感性）→ '真机测量→评估校准'链路有效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② 真机反馈训练影响：issue192 纯仿真训练模型评估 999.7 vs 含真机反馈训练 184.3/-298.8 → 量子数据影响 AI 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③ 跨机器异质性：真机vs仿真机MBS差异显著（p=0.0197）→ 量子测量揭示仿真盲区，数据不可替代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闭环流程：真机H门测量（保真度0.976）→ 噪声分布建模 → 注入仿真环境 → 评估/训练反馈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诚实定位：不宣称'量子提升AI性能'——数据不支持；'评估可信度与稳健性建模赋能'由上述统计证据支撑，与榜题'研究与应用探索'契合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探索方向与诚实边界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QUBO退火（探索性，默认关闭）：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将PPO决策头构造为QUBO矩阵，D-Wave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结果：奖励变化-5.6%，p=0.9430（20seeds不显著），训练开销+74.5%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已标记@deprecated，不作为性能claim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量子赋能AI主方向：真机噪声敏感性评估（N=25配对，p=2.98e-08，负向敏感性证据）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其他诚实边界（主动披露）：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量子利用率-3.3%（N=250配对检验p=0.090不显著，CI含0，外生指标噪声非策略缺陷；未达团队基线R-P-01的30%目标，不作卖点）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性能结论以仿真N=250支撑，真机为可用性验证+小样本探索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我们的立场：负结果如实报告，因为实验是真的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真机可用性验证：315次SDK调用100%成功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天衍平台超导量子计算机（目标：天衍-287，105数据比特；历史小样本数据来自 tianyan176 回退）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1632.26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权威（8.14 扩样；d=2.11, p=1.22e-07）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607.54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782.94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N=20 v3 权威基线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诚实声明：真机验证主要证明SDK可用性（315次100%成功），性能数字以仿真N=250结果为准；上表为混合环境策略对比（96步中仅1步走真机，真机reward占比约1%）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4种压力场景：均衡负载、高负载、量子资源波动、混合潮汐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PPO综合稳定性最强：4场景中2次第一、2次第二，平均排名1.8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量子资源波动场景优势明显（方向性观察；历史探索数据基于诚实化前基线，权威 stress 数据待重跑核定）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混合潮汐 → SJF（最稳定）或PPO（稳定次优）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三层架构：调度层+编译层+高负载公平调度（真实FCFS基线重测）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工程化与可信度：可复现、可验证、有门禁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工程稳定性：三级降级策略、三态熔断器、Prometheus 7项监控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可复现性：requirements.lock 锁定已验证组合（sb3 2.9.0/torch 2.8.0），全新环境一键安装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测试保障：主套件3725用例（全量3746含benchmark）0失败，ruff/mypy/bandit全绿，CI 9项全绿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数字门禁：统计口径一致性检查（含PDF/PPTX二进制扫描）+ 权威数字校验，防止数字漂移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统计协议（严谨性主张）：N=250独立运行、Welch t + MWU双验证、28组Bonferroni校正、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95% CI + 效应量 + 功效分析、预注册方案、负结果全披露——每个数字可复现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落地场景：量子金融风险计算的调度痛点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场景：券商风险计量部门——盘前风控窗口内运行量子风险计算（蒙特卡洛/组合优化）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痛点：量子算力稀缺、任务异构（量子/经典/混合）、风控时效敏感、机时成本高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系统对症：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 1ms决策 → 任务实时分流到量子/经典/混合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优先级加权 → 盘前高价值任务优先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 → 风控窗口内完成任务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公平调度 → 多租户资源均衡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仿真支撑：综合收益+20.2%、等待时间-14.0%（N=250）；真机链路315次100%成功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诚实边界：场景价值为估算（详见 industry_case_finance_v1.md），需真实部署验证；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我们的价值主张=调度效率（已验证）+ 真机接入能力（已验证），不夸大机时节省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量子→AI是负向结果，双向赋能还成立吗？ A: 双向=双向感知协同，非双向都提升。AI→量子交出+20.2%统计显著成果；量子→AI交出真机数据驱动的方法论——实证'量子硬件测量影响AI评估'机制成立（N=25, p=2.98e-08）。发现'噪声是挑战'本身就是研究探索成果；敢如实报告负结果，正结果才更可信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利用率-3.3%怎么解释？ A: 三点：①该差值经N=250配对检验p=0.090不显著（95% CI含0）——不是策略劣势的统计证据；②该指标是环境外生随机游走（available_ratio不受调度动作控制），我们做了权重扫描（W=0.5→10）证明无法通过调参改变；③优化目标是综合调度收益（多目标权衡），等待时间-14.0%双优。如实披露正是因为实验是真的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为什么性能验证靠仿真？ A: 真机验证两级：可用性（315次100%成功）已达成；性能级为混合环境策略对比（8.14 扩样至 N=20/组 v3 权威，d=2.11, p=1.22e-07；真机 reward 占比 1/96 步）。权威性能结论由N=250仿真+真实FCFS基线支撑，完全可复现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有没有真实金融客户？ A: 诚实回答：没有。做的是仿真验证+真机可用性验证，真实部署是下一步。赛题要求'研究与应用探索'，我们的协议和真机链路已为落地打好基础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
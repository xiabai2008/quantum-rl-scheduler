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核心矛盾：量子算力稀缺且昂贵 × 调度粗糙（FCFS）造成浪费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PPO替代SABRE比特映射，深电路SWAP减少+52.1%(N=200, Wilcoxon p=2.30e-10，深电路子集强证据)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748.48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-54.6%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697.40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62.72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-96.2%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-3.3%（N=250 配对检验 p=0.090 不显著、95% CI 含 0，属外生指标噪声而非策略缺陷；未达团队基线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SWAP减少+52.1%（N=200, Wilcoxon p=2.30e-10高度显著；全60电路p=8.40e-01不显著，诚实披露）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原-76.4%为不公平对比已废弃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量子赋能AI：量子硬件数据赋能评估可信度与稳健性建模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核心逻辑：用量子硬件的真实测量数据校准AI评估环境（方法论贡献，非性能提升）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三角证据链：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① 机制成立：AI评估对量子噪声显著敏感（N=25配对 p=2.98e-08，-12.43%负向敏感性）→ '真机测量→评估校准'链路有效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② 真机反馈训练影响：issue192 纯仿真训练模型评估 999.7 vs 含真机反馈训练 184.3/-298.8 → 量子数据影响 AI 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③ 跨机器异质性：真机vs仿真机MBS差异显著（p=0.0197）→ 量子测量揭示仿真盲区，数据不可替代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闭环流程：真机H门测量（保真度0.976）→ 噪声分布建模 → 注入仿真环境 → 评估/训练反馈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诚实定位：不宣称'量子提升AI性能'——数据不支持；'评估可信度与稳健性建模赋能'由上述统计证据支撑，与榜题'研究与应用探索'契合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量子利用率-3.3%（N=250配对检验p=0.090不显著，CI含0，外生指标噪声非策略缺陷；未达团队基线R-P-01的30%目标，不作卖点）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1632.26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权威（8.14 扩样；d=2.11, p=1.22e-07）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607.54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782.94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诚实声明：真机验证主要证明SDK可用性（315次100%成功），性能数字以仿真N=250结果为准；上表为混合环境策略对比（96步中仅1步走真机，真机reward占比约1%）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测试保障：主套件3725用例（全量3746含benchmark）0失败，ruff/mypy/bandit全绿，CI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三点：①该差值经N=250配对检验p=0.090不显著（95% CI含0）——不是策略劣势的统计证据；②该指标是环境外生随机游走（available_ratio不受调度动作控制），我们做了权重扫描（W=0.5→10）证明无法通过调参改变；③优化目标是综合调度收益（多目标权衡），等待时间-14.0%双优。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
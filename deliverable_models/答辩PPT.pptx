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真实FCFS）、高负载总奖励+43.9%、推理延迟~1ms、315次真机调用100%成功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1566.39，+91.4%（历史探索数据，诚实化前旧 FCFS 基线，权威 stress 数据待重跑核定，仅作场景适配参考）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3717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
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量子RL驱动的天衍云平台智能调度系统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AI赋能量子计算，量子反馈优化AI —— 三层架构的双向赋能智能调度系统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量子云计算面临的核心矛盾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导致资源利用率低、任务等待时间长、高负载时低优先级任务饥饿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影响：传统FCFS不区分量子/经典任务，量子通道拥堵与经典通道空转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高优先级量子任务常因排队错过最佳执行窗口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利用真机噪声反馈优化RL策略鲁棒性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双向赋能三层架构：调度层 + 编译层 + 量子反馈层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核心思路：用AI智能调度量子资源，用量子真机噪声反馈优化AI鲁棒性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PPO替代SABRE比特映射，深电路SWAP减少~33%(n=20, 整体p=0.86不显著)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真机噪声模型提取→仿真环境校准→PPO鲁棒性提升（主方向）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双向赋能闭环：AI优化量子调度→量子真机噪声反馈优化AI→更优调度→更高利用率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+20.2%、防饥饿0.60 vs 22.00、推理延迟~1ms、315次真机调用100%成功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1060.30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传统调度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891.53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随机基线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-134.18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-112.8%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-940.56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-189.4%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-3.3%（R-P-01 未达标）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高负载防饥饿：PPO在极端拥塞下的智能分流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量子分配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2046.03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1489.74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1354.58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16.80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几乎0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核心发现：PPO防饥饿能力远超FCFS（0.60 vs 22.00），是唯一能有效利用量子资源的策略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SWAP减少~33%（n=20, 整体p=0.86不显著）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整体p=0.86不显著，端到端编译对比（布局+路由）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量子赋能AI：真机噪声反馈优化PPO鲁棒性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核心逻辑：利用量子硬件的真实噪声特征反哺AI模型训练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 → 噪声模型提取（P(0)/P(1)分布）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仿真环境奖励函数校准 → PPO鲁棒性提升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更优调度决策 → 更多真机反馈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验证数据：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保真度：~0.976（真机测量）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等待时间：+6.1%（10seeds，探索性，Issue #532）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单seed -5.7% 方向相反，待更多数据验证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核心价值：真正的量子→AI闭环——利用量子硬件真实物理特性反哺AI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QUBO退火优化（探索性方向，已降级为可选功能）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原方向：将PPO决策头参数（260参数）构造为QUBO矩阵，通过D-Wave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结果：奖励提升+6.4%，p=0.9430（20seeds权威，不显著），训练时间开销+74.5%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当前定位：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退火模块已标记为@deprecated（2026-07-27）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默认关闭（ANNEALING_ENABLED=false）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代码保留用于展示QUBO建模能力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诚实声明：QUBO退火方向目前为探索性结果，性能提升未达统计显著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量子赋能AI主方向已转向真机噪声反馈优化PPO鲁棒性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真机闭环验证：315次SDK调用100%成功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天衍-287（105数据比特+182耦合比特超导量子计算机）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Cohen's d=5.33, p&lt;0.001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5种压力场景：均衡负载、高负载、量子资源波动、混合潮汐、突发到达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PPO综合稳定性最强：5场景中2次第一、2次第二、1次第三，平均排名1.8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量子资源波动场景优势最大：PPO 2997.68 vs FCFS 1566.39，+91.4%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Greedy两极分化：高负载场景第一，但量子波动场景暴跌至倒数第一（-95.3%）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突发洪峰 → FCFS（最稳定）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三层架构：调度层+编译层+高负载防饥饿（0.60 vs 22.00）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真机噪声→模型校准→PPO鲁棒性提升，形成量子→AI闭环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保真度~0.976，探索性结果（10seeds，待更多验证）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工程化实现：稳定性与可扩展性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三级降级策略：PPO模型推理→规则引擎兜底→默认动作分配+系统告警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熔断器机制：三态转换（CLOSED/OPEN/HALF_OPEN），连续失败3次自动降级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监控体系：Prometheus集成7项核心监控指标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CI/CD：GitHub Actions自动测试、代码质量检查、文档验证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测试覆盖率：93.58%，3523测试用例，0 ruff/mypy错误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落地价值与经济估算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经济价值估算（基于假设条件）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收益项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估算金额/年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机时成本节省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¥10,950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科研时间价值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¥360,000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故障恢复节省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¥5,000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¥375,950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诚实声明：经济价值估算基于假设（100用户规模、¥100/天机时单价等），实际效果需规模化部署验证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利用率为什么比FCFS低？ A: 多目标权衡（诚实披露）：+20.2% 奖励 vs -3.3% 利用率，R-P-01 目标未达成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量子赋能AI为什么是探索性的？ A: QUBO退火p=0.9430不显著，已转向真机噪声反馈（N=25配对p=2.98e-08显著）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真机为什么只测了单比特门？ A: 免费机时多比特门成功率~30%，优先验证SDK可用性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PPO不是在所有场景都最优？ A: PPO核心价值是跨场景适应性（平均排名1.8）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
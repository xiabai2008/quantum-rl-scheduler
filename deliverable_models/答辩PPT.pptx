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核心思路：用AI智能调度量子资源，用量子真机噪声反馈评估AI噪声敏感性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真机噪声模型提取→仿真环境校准→PPO噪声敏感性评估（负向证据，噪声致奖励下降12.43%）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双向赋能闭环：AI优化量子调度→量子真机噪声反馈反哺AI训练环境→更优调度决策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+20.2%、防饥饿0.60 vs 22.00、推理延迟~1ms、315次真机调用100%成功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-3.3%（R-P-01 未达标）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高负载防饥饿：PPO在极端拥塞下的智能分流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量子分配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2046.03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1354.58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16.80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几乎0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核心发现：PPO防饥饿能力远超FCFS（0.60 vs 22.00），是唯一能有效利用量子资源的策略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p=2.75e-02显著；全60电路p=0.86不显著，诚实披露）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整体p=0.86不显著，端到端编译对比（布局+路由）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量子赋能AI：真机噪声反馈评估PPO噪声敏感性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核心逻辑：利用量子硬件的真实噪声特征反哺AI模型训练环境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PPO噪声敏感性评估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验证数据（noise_feedback_v2 权威口径，N=50）：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真机噪声分布注入训练：奖励 +1.5%（p=0.584 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派单率 p=0.020 显著但效应量极小（99.6%→99.8%），且评估存在训练/测试分布混杂，待交叉评估复核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诚实定位：不宣称奖励显著闭环，也不宣称鲁棒性统计成立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结果：奖励提升+6.4%，p=0.9430（20seeds权威，不显著），训练时间开销+74.5%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量子赋能AI主方向已转向真机噪声反馈评估PPO噪声敏感性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天衍-287（105数据比特+182耦合比特超导量子计算机）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Cohen's d=5.33, p&lt;0.001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5种压力场景：均衡负载、高负载、量子资源波动、混合潮汐、突发到达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PPO综合稳定性最强：5场景中2次第一、2次第二、1次第三，平均排名1.8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三层架构：调度层+编译层+高负载防饥饿（0.60 vs 22.00）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测试覆盖率：≥80%（CI 门禁 --cov-fail-under=80），主套件 3709 测试用例，0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多目标权衡（诚实披露）：+20.2% 奖励 vs -3.3% 利用率，R-P-01 目标未达成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0.9430不显著，已转向真机噪声反馈；N=50噪声注入奖励+1.5%（p=0.584不显著）仅方向性证据，派单率p=0.020显著但效应量极小，诚实定位不宣称统计成立；N=25配对实验实为噪声敏感性负向结果（噪声致奖励下降12.43%），非赋能证据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
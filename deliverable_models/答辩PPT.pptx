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066FF"/>
                </a:solidFill>
              </a:defRPr>
            </a:pPr>
            <a:r>
              <a:t>量子RL驱动的天衍云平台智能调度系统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>
                <a:solidFill>
                  <a:srgbClr val="64748B"/>
                </a:solidFill>
              </a:defRPr>
            </a:pPr>
            <a:r>
              <a:t>中国电信集团有限公司 2026年度"揭榜挂帅"擂台赛</a:t>
            </a:r>
            <a:br/>
            <a:r>
              <a:t>选题编号：XA-202609</a:t>
            </a:r>
            <a:br/>
            <a:r>
              <a:t>AI赋能量子计算，量子反馈优化AI —— 三层架构的双向赋能智能调度系统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量子云计算面临的核心矛盾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问题：量子资源稀缺且昂贵，当前量子云平台普遍采用FCFS调度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导致资源利用率低、任务等待时间长、高负载时低优先级任务饥饿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影响：传统FCFS不区分量子/经典任务，量子通道拥堵与经典通道空转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高优先级量子任务常因排队错过最佳执行窗口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切入：将强化学习（RL）引入量子云任务调度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实现量子/经典任务智能分流与动态优化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利用真机噪声反馈优化RL策略鲁棒性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双向赋能三层架构：调度层 + 编译层 + 量子反馈层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核心思路：用AI智能调度量子资源，用量子真机噪声反馈评估AI噪声敏感性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第一层：调度层 — PPO智能调度实时最优分流，+20.2% vs FCFS（N=250, 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第二层：编译层 — PPO替代SABRE比特映射，深电路SWAP减少+38.5%(N=80, Wilcoxon p=2.75e-02，事后子集方向性提示)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第三层：量子赋能AI — 真机噪声模型提取→仿真环境校准→PPO噪声敏感性评估（负向证据，噪声致奖励下降12.43%）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双向赋能闭环：AI优化量子调度→量子真机噪声反馈反哺AI训练环境→更优调度决策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关键数字：PPO +20.2%、防饥饿0.60 vs 22.00、推理延迟~1ms、315次真机调用100%成功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RL调度引擎：16维状态空间 + 毫秒级决策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状态空间（16维）：量子比特可用率、队列长度、平均等待时间、保真度等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动作空间（4类）：经典执行、量子执行、混合执行、量子误差缓解(QEM)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奖励函数设计：多目标奖励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兼容性约束（错配惩罚 -2.0）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执行收益（量子最高 10×speedup）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等待惩罚（超阈值累加）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利用率惩罚（量子闲置 -1.0）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决策延迟：单次前向推理 ~1ms（100-10000任务规模），满足实时调度需求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PPO策略综合奖励领先：比真实FCFS提升+20.2%（N=250）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8策略公平对比（N=250，50 seed × 5 episode，16维交付模型）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vs FCFS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1982.69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+20.2%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第一名, p=7.56e-12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1648.91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真实 FCFS（量子路由）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774.86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-53.0%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短任务优先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DQN(Random占位)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602.37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-63.5%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DQN已删除，Random替代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Greedy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80.71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-95.1%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量子优先，均衡场景崩溃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Quantum-Only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-826.59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-150.1%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单一资源基线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多目标权衡（诚实披露）：PPO 综合奖励 +20.2%（vs 真实 FCFS），量子利用率 -3.3%（R-P-01 未达标）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高负载防饥饿：PPO在极端拥塞下的智能分流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场景：任务到达率 &gt; 吞吐量（λ=1.2），极端拥塞场景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总奖励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饥饿数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量子分配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2046.03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0.60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1489.74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22.00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1354.58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16.80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几乎0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核心发现：PPO防饥饿能力远超FCFS（0.60 vs 22.00），是唯一能有效利用量子资源的策略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AI赋能编译层：PPO替代SABRE比特映射（公平对比v2）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问题：传统量子电路编译使用启发式算法（SABRE）进行比特映射，效率较低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方案：使用PPO强化学习替代传统启发式算法，直接学习最优比特映射策略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核心数据：公平对比v2（4×4 2D网格拓扑，同池配对60电路，Issue #451）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深电路(14-16q) SWAP减少+38.5%（N=80, Wilcoxon p=2.75e-02显著；全60电路p=8.40e-01不显著，诚实披露）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原76.4%为不公平对比已废弃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整体p=8.40e-01不显著，端到端编译对比（布局+路由）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模型信息：ppo_compilation_agent.zip，200k steps，4×4 2D网格全电路分布训练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叙事：AI从调度到编译的全栈赋能量子计算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量子赋能AI：真机噪声反馈评估PPO噪声敏感性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核心逻辑：利用量子硬件的真实噪声特征反哺AI模型训练环境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闭环流程：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真机H门测量 → 噪声模型提取（P(0)/P(1)分布）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仿真环境奖励函数校准 → PPO噪声敏感性评估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→ 更优调度决策 → 更多真机反馈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验证数据（noise_feedback_v2 权威口径，N=50）：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真机噪声分布注入训练：奖励 +1.5%（p=0.584 不显著，方向性证据）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派单率 p=0.020 显著但效应量极小（99.6%→99.8%），且评估存在训练/测试分布混杂，待交叉评估复核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诚实定位：不宣称奖励显著闭环，也不宣称鲁棒性统计成立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核心价值：真正的量子→AI闭环——利用量子硬件真实物理特性反哺AI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QUBO退火优化（探索性方向，已降级为可选功能）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原方向：将PPO决策头参数（260参数）构造为QUBO矩阵，通过D-Wave neal模拟退火求解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结果：奖励提升+6.4%，p=0.9430（20seeds权威，不显著），训练时间开销+74.5%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当前定位：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退火模块已标记为@deprecated（2026-07-27）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默认关闭（ANNEALING_ENABLED=false）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代码保留用于展示QUBO建模能力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诚实声明：QUBO退火方向目前为探索性结果，性能提升未达统计显著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量子赋能AI主方向已转向真机噪声反馈评估PPO噪声敏感性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推理延迟验证：PPO决策延迟稳定在~1ms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不同任务规模下的推理延迟对比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任务规模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PPO延迟(ms)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FCFS延迟(ms)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SJF延迟(ms)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0.882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0.431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1.018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0.359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0.368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0.419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0.897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0.370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0.387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核心发现：PPO单步决策延迟稳定在~1ms，远低于100ms实时调度要求；O(1)复杂度，不随任务规模增长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真机闭环验证：315次SDK调用100%成功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天衍-287（105数据比特+182耦合比特超导量子计算机）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  <a:gridCol w="256032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策略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平均奖励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备注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1736.32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Cohen's d=5.33, p&lt;0.001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SJF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575.33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FCFS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383.00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基线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诚实声明：真机验证主要证明SDK可用性（315次100%成功），性能数字以仿真N=250结果为准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多场景压力测试：PPO跨场景适应性最强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5种压力场景：均衡负载、高负载、量子资源波动、混合潮汐、突发到达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PPO综合稳定性最强：5场景中2次第一、2次第二、1次第三，平均排名1.8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量子资源波动场景优势最大：PPO 2997.68 vs FCFS 1566.39，+91.4%（历史探索数据，诚实化前旧 FCFS 基线，权威 stress 数据待重跑核定，仅作场景适配参考）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Greedy两极分化：高负载场景第一，但量子波动场景暴跌至倒数第一（-95.3%）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场景-算法适配决策树：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量子资源波动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均衡负载 → PPO（最优）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 → Greedy（略优）或PPO（稳定次优）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突发洪峰 → FCFS（最稳定）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Web监控面板：实时调度可视化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技术栈：FastAPI后端 + Vue3前端 + Echarts图表，单页应用无刷新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核心功能：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实时任务队列看板（任务ID、类型、优先级、等待时间）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RL Agent决策过程可视化（当前状态→策略输出→选中动作）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资源利用率仪表盘（量子/经典实时跳动）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高负载拥塞分流可视化（λ=1.2场景）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多机器状态监控（3台真机在线状态、负载、最近提交）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演示亮点：任务到达后~1ms内完成决策，面板实时刷新无延迟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三大创新点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创新1：AI赋能量子计算调度（核心claim）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PPO强化学习实现毫秒级动态决策，+20.2% vs FCFS（p=7.56e-12）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三层架构：调度层+编译层+高负载防饥饿（0.60 vs 22.00）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创新2：量子赋能AI（主方向：真机噪声反馈）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真机噪声→模型校准→PPO噪声敏感性评估（负向证据，噪声致奖励下降12.43%），形成量子→AI感知闭环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奖励 +1.5%（p=0.584 不显著）、派单率 p=0.020 显著但效应量极小——诚实定位为方向性证据，不宣称统计成立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创新3：天衍云平台全链路对接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- 315次真机调用100%成功，三态熔断器+三级降级策略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工程化实现：稳定性与可扩展性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三级降级策略：PPO模型推理→规则引擎兜底→默认动作分配+系统告警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熔断器机制：三态转换（CLOSED/OPEN/HALF_OPEN），连续失败3次自动降级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监控体系：Prometheus集成7项核心监控指标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CI/CD：GitHub Actions自动测试、代码质量检查、文档验证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测试覆盖率：≥80%（CI 门禁 --cov-fail-under=80），主套件 3717 测试用例，0 ruff/mypy错误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落地价值与经济估算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748B"/>
                </a:solidFill>
              </a:defRPr>
            </a:pPr>
            <a:r>
              <a:t>经济价值估算（基于假设条件）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73736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收益项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估算金额/年</a:t>
                      </a:r>
                    </a:p>
                  </a:txBody>
                  <a:tcPr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机时成本节省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¥10,950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科研时间价值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¥360,000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故障恢复节省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¥5,000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E293B"/>
                          </a:solidFill>
                        </a:defRPr>
                      </a:pPr>
                      <a:r>
                        <a:t>¥375,950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9436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4748B"/>
                </a:solidFill>
              </a:defRPr>
            </a:pPr>
            <a:r>
              <a:t>诚实声明：经济价值估算基于假设（100用户规模、¥100/天机时单价等），实际效果需规模化部署验证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团队分工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团队规模：8人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算法组（3人）：RL环境设计、PPO/DQN训练、噪声校准模块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工程组（3人）：天衍云API对接、Mock环境、Web监控面板、CI/CD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产品组（2人）：实验报告、PPT制作、演示视频、文档整理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[待填充]：成员姓名、学校/单位、个人照片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[待填充]：指导老师姓名、单位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</a:defRPr>
            </a:pPr>
            <a:r>
              <a:t>致谢 &amp; 预设问答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致谢：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感谢中国电信集团有限公司提供揭榜挂帅擂台赛平台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感谢天衍云平台的真机支持（天衍-287超导量子计算机）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感谢指导老师的悉心指导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预设Q&amp;A：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利用率为什么比FCFS低？ A: 多目标权衡（诚实披露）：+20.2% 奖励 vs -3.3% 利用率，R-P-01 目标未达成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量子赋能AI为什么是探索性的？ A: QUBO退火p=0.9430不显著，已转向真机噪声反馈；N=50噪声注入奖励+1.5%（p=0.584不显著）仅方向性证据，派单率p=0.020显著但效应量极小，诚实定位不宣称统计成立；N=25配对实验实为噪声敏感性负向结果（噪声致奖励下降12.43%），非赋能证据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真机为什么只测了单比特门？ A: 免费机时多比特门成功率~30%，优先验证SDK可用性</a:t>
            </a:r>
          </a:p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t>  - Q: PPO不是在所有场景都最优？ A: PPO核心价值是跨场景适应性（平均排名1.8）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
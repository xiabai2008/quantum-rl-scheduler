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核心思路：用AI智能调度量子资源，用量子真机噪声反馈优化AI鲁棒性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PPO智能调度实时最优分流，+123.4% vs FCFS（N=250, p=1.449e-66）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PPO替代SABRE比特映射，深电路SWAP减少~33%(n=20, p=0.29不显著)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真机噪声模型提取→仿真环境校准→PPO鲁棒性提升（主方向）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双向赋能闭环：AI优化量子调度→量子真机噪声反馈优化AI→更优调度→更高利用率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+123.4%、防饥饿0.60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PPO策略综合奖励领先：比FCFS提升123.4%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2746.94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+88.3%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p=1.032e-42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~2400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第二名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~2200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+51%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1458.77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传统调度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1277.5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随机基线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帕累托最优权衡：PPO牺牲1.2%利用率换取123.4%总奖励提升（多目标优化合理取舍）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SWAP减少~33%（n=20, p=0.29不显著）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量子赋能AI：真机噪声反馈优化PPO鲁棒性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PPO鲁棒性提升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保真度：~0.976（真机测量）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N=25 配对检验：奖励下降12.43%（Wilcoxon p=2.98e-08, 事后功效1.0）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N=25 配对检验：噪声致奖励下降12.43%（Wilcoxon p=2.98e-08, Cohen's d_z=7.71）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结果：奖励提升+6.4%，p=0.190（不显著），训练时间开销+74.5%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量子赋能AI主方向已转向真机噪声反馈优化PPO鲁棒性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PPO强化学习实现毫秒级动态决策，+123.4% vs FCFS（p=1.449e-66）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真机噪声→模型校准→PPO鲁棒性提升，形成量子→AI闭环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保真度~0.976，探索性结果（10seeds，待更多验证）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测试覆盖率：93.58%，2824+测试用例，0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帕累托最优权衡（牺牲1.2%利用率换123.4%奖励提升）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QUBO退火p=0.190不显著，已转向真机噪声反馈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